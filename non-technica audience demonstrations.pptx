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0" y="16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BCF79-AD51-4A38-B626-8AB01055A918}" type="datetimeFigureOut">
              <a:rPr lang="en-GB" smtClean="0"/>
              <a:t>05/05/2026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3F66D-9694-40B0-A86F-642C81D5B5D8}" type="slidenum">
              <a:rPr lang="en-GB" smtClean="0"/>
              <a:t>‹#›</a:t>
            </a:fld>
            <a:endParaRPr lang="en-GB"/>
          </a:p>
        </p:txBody>
      </p:sp>
    </p:spTree>
    <p:extLst>
      <p:ext uri="{BB962C8B-B14F-4D97-AF65-F5344CB8AC3E}">
        <p14:creationId xmlns:p14="http://schemas.microsoft.com/office/powerpoint/2010/main" val="4055029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D33F66D-9694-40B0-A86F-642C81D5B5D8}" type="slidenum">
              <a:rPr lang="en-GB" smtClean="0"/>
              <a:t>8</a:t>
            </a:fld>
            <a:endParaRPr lang="en-GB"/>
          </a:p>
        </p:txBody>
      </p:sp>
    </p:spTree>
    <p:extLst>
      <p:ext uri="{BB962C8B-B14F-4D97-AF65-F5344CB8AC3E}">
        <p14:creationId xmlns:p14="http://schemas.microsoft.com/office/powerpoint/2010/main" val="4173993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6152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366811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4018790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3DFE09-634A-4FC7-A98C-906C74D26735}"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2985525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3DFE09-634A-4FC7-A98C-906C74D26735}" type="datetimeFigureOut">
              <a:rPr lang="en-GB" smtClean="0"/>
              <a:t>05/05/2026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2267339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94643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751204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3577644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DFE09-634A-4FC7-A98C-906C74D26735}"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163258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DFE09-634A-4FC7-A98C-906C74D26735}"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4108044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1300090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22692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4120686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786566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1007608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619607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DFE09-634A-4FC7-A98C-906C74D26735}"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637EE-2EE6-400C-9276-C2ED18893CF2}" type="slidenum">
              <a:rPr lang="en-GB" smtClean="0"/>
              <a:t>‹#›</a:t>
            </a:fld>
            <a:endParaRPr lang="en-GB"/>
          </a:p>
        </p:txBody>
      </p:sp>
    </p:spTree>
    <p:extLst>
      <p:ext uri="{BB962C8B-B14F-4D97-AF65-F5344CB8AC3E}">
        <p14:creationId xmlns:p14="http://schemas.microsoft.com/office/powerpoint/2010/main" val="223035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C3DFE09-634A-4FC7-A98C-906C74D26735}" type="datetimeFigureOut">
              <a:rPr lang="en-GB" smtClean="0"/>
              <a:t>05/05/2026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4637EE-2EE6-400C-9276-C2ED18893CF2}" type="slidenum">
              <a:rPr lang="en-GB" smtClean="0"/>
              <a:t>‹#›</a:t>
            </a:fld>
            <a:endParaRPr lang="en-GB"/>
          </a:p>
        </p:txBody>
      </p:sp>
    </p:spTree>
    <p:extLst>
      <p:ext uri="{BB962C8B-B14F-4D97-AF65-F5344CB8AC3E}">
        <p14:creationId xmlns:p14="http://schemas.microsoft.com/office/powerpoint/2010/main" val="21415789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D305B-CB74-D98E-9CE0-9C05486C9364}"/>
              </a:ext>
            </a:extLst>
          </p:cNvPr>
          <p:cNvSpPr>
            <a:spLocks noGrp="1"/>
          </p:cNvSpPr>
          <p:nvPr>
            <p:ph type="ctrTitle"/>
          </p:nvPr>
        </p:nvSpPr>
        <p:spPr/>
        <p:txBody>
          <a:bodyPr/>
          <a:lstStyle/>
          <a:p>
            <a:r>
              <a:rPr lang="en-GB" dirty="0"/>
              <a:t>Prototype’s functionalities</a:t>
            </a:r>
          </a:p>
        </p:txBody>
      </p:sp>
      <p:sp>
        <p:nvSpPr>
          <p:cNvPr id="3" name="Subtitle 2">
            <a:extLst>
              <a:ext uri="{FF2B5EF4-FFF2-40B4-BE49-F238E27FC236}">
                <a16:creationId xmlns:a16="http://schemas.microsoft.com/office/drawing/2014/main" id="{CECB76B7-F181-7917-6035-4A951D76F42D}"/>
              </a:ext>
            </a:extLst>
          </p:cNvPr>
          <p:cNvSpPr>
            <a:spLocks noGrp="1"/>
          </p:cNvSpPr>
          <p:nvPr>
            <p:ph type="subTitle" idx="1"/>
          </p:nvPr>
        </p:nvSpPr>
        <p:spPr/>
        <p:txBody>
          <a:bodyPr/>
          <a:lstStyle/>
          <a:p>
            <a:r>
              <a:rPr lang="en-GB" dirty="0"/>
              <a:t>By Ashley </a:t>
            </a:r>
            <a:r>
              <a:rPr lang="en-GB" dirty="0" err="1"/>
              <a:t>kariri</a:t>
            </a:r>
            <a:endParaRPr lang="en-GB" dirty="0"/>
          </a:p>
        </p:txBody>
      </p:sp>
    </p:spTree>
    <p:extLst>
      <p:ext uri="{BB962C8B-B14F-4D97-AF65-F5344CB8AC3E}">
        <p14:creationId xmlns:p14="http://schemas.microsoft.com/office/powerpoint/2010/main" val="10255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28B0-7B96-C020-5572-57BACC79DEF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724A42C-1971-6AA0-884C-F3B161063093}"/>
              </a:ext>
            </a:extLst>
          </p:cNvPr>
          <p:cNvSpPr>
            <a:spLocks noGrp="1"/>
          </p:cNvSpPr>
          <p:nvPr>
            <p:ph idx="1"/>
          </p:nvPr>
        </p:nvSpPr>
        <p:spPr/>
        <p:txBody>
          <a:bodyPr/>
          <a:lstStyle/>
          <a:p>
            <a:r>
              <a:rPr lang="en-GB" dirty="0"/>
              <a:t>This presentation is to show the functionalities of he prototype in  a nun technical way</a:t>
            </a:r>
          </a:p>
          <a:p>
            <a:r>
              <a:rPr lang="en-GB" dirty="0"/>
              <a:t>It is meant to be easy to understand and should be straight forward </a:t>
            </a:r>
          </a:p>
          <a:p>
            <a:r>
              <a:rPr lang="en-GB" dirty="0"/>
              <a:t>By the end of this presentation there if there are any questions please feel free to ask</a:t>
            </a:r>
          </a:p>
        </p:txBody>
      </p:sp>
    </p:spTree>
    <p:extLst>
      <p:ext uri="{BB962C8B-B14F-4D97-AF65-F5344CB8AC3E}">
        <p14:creationId xmlns:p14="http://schemas.microsoft.com/office/powerpoint/2010/main" val="1117958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2B00-9D5C-E21B-6C5F-BA9D665340F4}"/>
              </a:ext>
            </a:extLst>
          </p:cNvPr>
          <p:cNvSpPr>
            <a:spLocks noGrp="1"/>
          </p:cNvSpPr>
          <p:nvPr>
            <p:ph type="title"/>
          </p:nvPr>
        </p:nvSpPr>
        <p:spPr/>
        <p:txBody>
          <a:bodyPr/>
          <a:lstStyle/>
          <a:p>
            <a:r>
              <a:rPr lang="en-GB" dirty="0"/>
              <a:t>The home page</a:t>
            </a:r>
          </a:p>
        </p:txBody>
      </p:sp>
      <p:pic>
        <p:nvPicPr>
          <p:cNvPr id="5" name="Content Placeholder 4">
            <a:extLst>
              <a:ext uri="{FF2B5EF4-FFF2-40B4-BE49-F238E27FC236}">
                <a16:creationId xmlns:a16="http://schemas.microsoft.com/office/drawing/2014/main" id="{83764B06-C6BD-46B8-2104-B6E2A2193B6B}"/>
              </a:ext>
            </a:extLst>
          </p:cNvPr>
          <p:cNvPicPr>
            <a:picLocks noGrp="1" noChangeAspect="1"/>
          </p:cNvPicPr>
          <p:nvPr>
            <p:ph idx="1"/>
          </p:nvPr>
        </p:nvPicPr>
        <p:blipFill>
          <a:blip r:embed="rId2"/>
          <a:stretch>
            <a:fillRect/>
          </a:stretch>
        </p:blipFill>
        <p:spPr>
          <a:xfrm>
            <a:off x="4306064" y="2341073"/>
            <a:ext cx="7537096" cy="4195762"/>
          </a:xfrm>
          <a:prstGeom prst="rect">
            <a:avLst/>
          </a:prstGeom>
        </p:spPr>
      </p:pic>
    </p:spTree>
    <p:extLst>
      <p:ext uri="{BB962C8B-B14F-4D97-AF65-F5344CB8AC3E}">
        <p14:creationId xmlns:p14="http://schemas.microsoft.com/office/powerpoint/2010/main" val="1643175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71C6-B6EA-932E-0F84-75FB192F2DC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1936F67-13E7-BA19-A951-2204FFCCD146}"/>
              </a:ext>
            </a:extLst>
          </p:cNvPr>
          <p:cNvSpPr>
            <a:spLocks noGrp="1"/>
          </p:cNvSpPr>
          <p:nvPr>
            <p:ph idx="1"/>
          </p:nvPr>
        </p:nvSpPr>
        <p:spPr/>
        <p:txBody>
          <a:bodyPr/>
          <a:lstStyle/>
          <a:p>
            <a:r>
              <a:rPr lang="en-GB" dirty="0"/>
              <a:t>This page has is the first page users see when they reach the  GLH web site </a:t>
            </a:r>
          </a:p>
          <a:p>
            <a:r>
              <a:rPr lang="en-GB" dirty="0"/>
              <a:t>It has all the links for the other pages that users need to use </a:t>
            </a:r>
          </a:p>
          <a:p>
            <a:r>
              <a:rPr lang="en-GB" dirty="0"/>
              <a:t>It is very clear and simple to understand </a:t>
            </a:r>
          </a:p>
          <a:p>
            <a:r>
              <a:rPr lang="en-GB" dirty="0"/>
              <a:t>It has a background image and the main colour way/skim is green </a:t>
            </a:r>
          </a:p>
        </p:txBody>
      </p:sp>
    </p:spTree>
    <p:extLst>
      <p:ext uri="{BB962C8B-B14F-4D97-AF65-F5344CB8AC3E}">
        <p14:creationId xmlns:p14="http://schemas.microsoft.com/office/powerpoint/2010/main" val="2058123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A517-CB0F-0292-1DBC-DDC2F44730F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4C8265B-B3B2-688D-1DF7-8065E2F7E28E}"/>
              </a:ext>
            </a:extLst>
          </p:cNvPr>
          <p:cNvSpPr>
            <a:spLocks noGrp="1"/>
          </p:cNvSpPr>
          <p:nvPr>
            <p:ph idx="1"/>
          </p:nvPr>
        </p:nvSpPr>
        <p:spPr>
          <a:xfrm>
            <a:off x="1103312" y="2052918"/>
            <a:ext cx="3701891" cy="4195481"/>
          </a:xfrm>
        </p:spPr>
        <p:txBody>
          <a:bodyPr>
            <a:normAutofit fontScale="92500" lnSpcReduction="10000"/>
          </a:bodyPr>
          <a:lstStyle/>
          <a:p>
            <a:r>
              <a:rPr lang="en-GB" dirty="0"/>
              <a:t>On the home page once a users clicks the register button they will be taken to a registration page where they will be asked to input the username they want and a  password</a:t>
            </a:r>
          </a:p>
          <a:p>
            <a:r>
              <a:rPr lang="en-GB" dirty="0"/>
              <a:t>This information  will be stored safely,  and they should not worry about anything</a:t>
            </a:r>
          </a:p>
          <a:p>
            <a:r>
              <a:rPr lang="en-GB" dirty="0"/>
              <a:t>Once they login they will be taken to the home page again </a:t>
            </a:r>
          </a:p>
        </p:txBody>
      </p:sp>
      <p:pic>
        <p:nvPicPr>
          <p:cNvPr id="5" name="Picture 4">
            <a:extLst>
              <a:ext uri="{FF2B5EF4-FFF2-40B4-BE49-F238E27FC236}">
                <a16:creationId xmlns:a16="http://schemas.microsoft.com/office/drawing/2014/main" id="{E1073E52-A4F4-E8A9-849C-8B4503663C04}"/>
              </a:ext>
            </a:extLst>
          </p:cNvPr>
          <p:cNvPicPr>
            <a:picLocks noChangeAspect="1"/>
          </p:cNvPicPr>
          <p:nvPr/>
        </p:nvPicPr>
        <p:blipFill>
          <a:blip r:embed="rId2"/>
          <a:stretch>
            <a:fillRect/>
          </a:stretch>
        </p:blipFill>
        <p:spPr>
          <a:xfrm>
            <a:off x="5013858" y="2743199"/>
            <a:ext cx="6029046" cy="3451367"/>
          </a:xfrm>
          <a:prstGeom prst="rect">
            <a:avLst/>
          </a:prstGeom>
        </p:spPr>
      </p:pic>
    </p:spTree>
    <p:extLst>
      <p:ext uri="{BB962C8B-B14F-4D97-AF65-F5344CB8AC3E}">
        <p14:creationId xmlns:p14="http://schemas.microsoft.com/office/powerpoint/2010/main" val="4131612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80E3-4626-8A17-02C4-AE3A5EA0EB1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59DE2B7-B9C6-EBEF-42A1-E53EB8F2B750}"/>
              </a:ext>
            </a:extLst>
          </p:cNvPr>
          <p:cNvSpPr>
            <a:spLocks noGrp="1"/>
          </p:cNvSpPr>
          <p:nvPr>
            <p:ph idx="1"/>
          </p:nvPr>
        </p:nvSpPr>
        <p:spPr/>
        <p:txBody>
          <a:bodyPr/>
          <a:lstStyle/>
          <a:p>
            <a:r>
              <a:rPr lang="en-GB" dirty="0"/>
              <a:t>Once logged in the bar on top of the page will now have the username , their cart and purchase history  and the register button would have been removed instead </a:t>
            </a:r>
          </a:p>
          <a:p>
            <a:endParaRPr lang="en-GB" dirty="0"/>
          </a:p>
        </p:txBody>
      </p:sp>
      <p:pic>
        <p:nvPicPr>
          <p:cNvPr id="5" name="Picture 4">
            <a:extLst>
              <a:ext uri="{FF2B5EF4-FFF2-40B4-BE49-F238E27FC236}">
                <a16:creationId xmlns:a16="http://schemas.microsoft.com/office/drawing/2014/main" id="{3D37D597-C4F5-EED3-415E-8771321A13D2}"/>
              </a:ext>
            </a:extLst>
          </p:cNvPr>
          <p:cNvPicPr>
            <a:picLocks noChangeAspect="1"/>
          </p:cNvPicPr>
          <p:nvPr/>
        </p:nvPicPr>
        <p:blipFill>
          <a:blip r:embed="rId2"/>
          <a:stretch>
            <a:fillRect/>
          </a:stretch>
        </p:blipFill>
        <p:spPr>
          <a:xfrm>
            <a:off x="4240839" y="4890352"/>
            <a:ext cx="7588640" cy="939848"/>
          </a:xfrm>
          <a:prstGeom prst="rect">
            <a:avLst/>
          </a:prstGeom>
        </p:spPr>
      </p:pic>
      <p:pic>
        <p:nvPicPr>
          <p:cNvPr id="7" name="Picture 6">
            <a:extLst>
              <a:ext uri="{FF2B5EF4-FFF2-40B4-BE49-F238E27FC236}">
                <a16:creationId xmlns:a16="http://schemas.microsoft.com/office/drawing/2014/main" id="{B8E24211-D6FE-0456-0248-963A8B601655}"/>
              </a:ext>
            </a:extLst>
          </p:cNvPr>
          <p:cNvPicPr>
            <a:picLocks noChangeAspect="1"/>
          </p:cNvPicPr>
          <p:nvPr/>
        </p:nvPicPr>
        <p:blipFill>
          <a:blip r:embed="rId3"/>
          <a:stretch>
            <a:fillRect/>
          </a:stretch>
        </p:blipFill>
        <p:spPr>
          <a:xfrm>
            <a:off x="1260968" y="3184634"/>
            <a:ext cx="3902240" cy="1111469"/>
          </a:xfrm>
          <a:prstGeom prst="rect">
            <a:avLst/>
          </a:prstGeom>
        </p:spPr>
      </p:pic>
    </p:spTree>
    <p:extLst>
      <p:ext uri="{BB962C8B-B14F-4D97-AF65-F5344CB8AC3E}">
        <p14:creationId xmlns:p14="http://schemas.microsoft.com/office/powerpoint/2010/main" val="1436645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6F29-AD9F-9A5B-2E6A-6815B0E214C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DF54736-2DEA-5B10-15EE-95644729B5EF}"/>
              </a:ext>
            </a:extLst>
          </p:cNvPr>
          <p:cNvSpPr>
            <a:spLocks noGrp="1"/>
          </p:cNvSpPr>
          <p:nvPr>
            <p:ph idx="1"/>
          </p:nvPr>
        </p:nvSpPr>
        <p:spPr>
          <a:xfrm>
            <a:off x="1103312" y="2052918"/>
            <a:ext cx="3145495" cy="4195481"/>
          </a:xfrm>
        </p:spPr>
        <p:txBody>
          <a:bodyPr/>
          <a:lstStyle/>
          <a:p>
            <a:r>
              <a:rPr lang="en-GB" dirty="0"/>
              <a:t>If the user goes to the about page they will see a page with information about GLH </a:t>
            </a:r>
          </a:p>
        </p:txBody>
      </p:sp>
      <p:pic>
        <p:nvPicPr>
          <p:cNvPr id="5" name="Picture 4">
            <a:extLst>
              <a:ext uri="{FF2B5EF4-FFF2-40B4-BE49-F238E27FC236}">
                <a16:creationId xmlns:a16="http://schemas.microsoft.com/office/drawing/2014/main" id="{6CE4F2AC-889C-B78E-4555-F73949AE4A36}"/>
              </a:ext>
            </a:extLst>
          </p:cNvPr>
          <p:cNvPicPr>
            <a:picLocks noChangeAspect="1"/>
          </p:cNvPicPr>
          <p:nvPr/>
        </p:nvPicPr>
        <p:blipFill>
          <a:blip r:embed="rId2"/>
          <a:stretch>
            <a:fillRect/>
          </a:stretch>
        </p:blipFill>
        <p:spPr>
          <a:xfrm>
            <a:off x="5636172" y="2052918"/>
            <a:ext cx="5749790" cy="3938336"/>
          </a:xfrm>
          <a:prstGeom prst="rect">
            <a:avLst/>
          </a:prstGeom>
        </p:spPr>
      </p:pic>
    </p:spTree>
    <p:extLst>
      <p:ext uri="{BB962C8B-B14F-4D97-AF65-F5344CB8AC3E}">
        <p14:creationId xmlns:p14="http://schemas.microsoft.com/office/powerpoint/2010/main" val="391208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CD012-86DA-F126-C32F-AA253EC9F9C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8184913-7821-0FDA-AC0C-445462521E84}"/>
              </a:ext>
            </a:extLst>
          </p:cNvPr>
          <p:cNvSpPr>
            <a:spLocks noGrp="1"/>
          </p:cNvSpPr>
          <p:nvPr>
            <p:ph idx="1"/>
          </p:nvPr>
        </p:nvSpPr>
        <p:spPr>
          <a:xfrm>
            <a:off x="1103312" y="2052918"/>
            <a:ext cx="3642109" cy="4195481"/>
          </a:xfrm>
        </p:spPr>
        <p:txBody>
          <a:bodyPr/>
          <a:lstStyle/>
          <a:p>
            <a:r>
              <a:rPr lang="en-GB" dirty="0"/>
              <a:t>If the user navigate to the support page they will go on to a page where if they find any problem within their account they leave a form that goes straight to the GLH admins for them to read and see what the problem might be </a:t>
            </a:r>
          </a:p>
        </p:txBody>
      </p:sp>
      <p:pic>
        <p:nvPicPr>
          <p:cNvPr id="5" name="Picture 4">
            <a:extLst>
              <a:ext uri="{FF2B5EF4-FFF2-40B4-BE49-F238E27FC236}">
                <a16:creationId xmlns:a16="http://schemas.microsoft.com/office/drawing/2014/main" id="{76E0C87E-927E-C4D1-350B-D6E358876E48}"/>
              </a:ext>
            </a:extLst>
          </p:cNvPr>
          <p:cNvPicPr>
            <a:picLocks noChangeAspect="1"/>
          </p:cNvPicPr>
          <p:nvPr/>
        </p:nvPicPr>
        <p:blipFill>
          <a:blip r:embed="rId3"/>
          <a:stretch>
            <a:fillRect/>
          </a:stretch>
        </p:blipFill>
        <p:spPr>
          <a:xfrm>
            <a:off x="4745421" y="226359"/>
            <a:ext cx="7015569" cy="6405282"/>
          </a:xfrm>
          <a:prstGeom prst="rect">
            <a:avLst/>
          </a:prstGeom>
        </p:spPr>
      </p:pic>
    </p:spTree>
    <p:extLst>
      <p:ext uri="{BB962C8B-B14F-4D97-AF65-F5344CB8AC3E}">
        <p14:creationId xmlns:p14="http://schemas.microsoft.com/office/powerpoint/2010/main" val="1920727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1559-3E73-882C-7D6F-21AF0C6A383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5772BBE-8075-2181-5777-7A99CEE86119}"/>
              </a:ext>
            </a:extLst>
          </p:cNvPr>
          <p:cNvSpPr>
            <a:spLocks noGrp="1"/>
          </p:cNvSpPr>
          <p:nvPr>
            <p:ph idx="1"/>
          </p:nvPr>
        </p:nvSpPr>
        <p:spPr>
          <a:xfrm>
            <a:off x="1103313" y="2052918"/>
            <a:ext cx="3571164" cy="4195481"/>
          </a:xfrm>
        </p:spPr>
        <p:txBody>
          <a:bodyPr/>
          <a:lstStyle/>
          <a:p>
            <a:r>
              <a:rPr lang="en-GB" dirty="0"/>
              <a:t>Browse the market page shows the items that are in stock the farmers would have added to the page to the pages and users can add it to their cart and purchase it </a:t>
            </a:r>
          </a:p>
        </p:txBody>
      </p:sp>
      <p:pic>
        <p:nvPicPr>
          <p:cNvPr id="5" name="Picture 4">
            <a:extLst>
              <a:ext uri="{FF2B5EF4-FFF2-40B4-BE49-F238E27FC236}">
                <a16:creationId xmlns:a16="http://schemas.microsoft.com/office/drawing/2014/main" id="{5F450DA2-FF63-3DE0-CD76-52B78CEF4241}"/>
              </a:ext>
            </a:extLst>
          </p:cNvPr>
          <p:cNvPicPr>
            <a:picLocks noChangeAspect="1"/>
          </p:cNvPicPr>
          <p:nvPr/>
        </p:nvPicPr>
        <p:blipFill>
          <a:blip r:embed="rId2"/>
          <a:stretch>
            <a:fillRect/>
          </a:stretch>
        </p:blipFill>
        <p:spPr>
          <a:xfrm>
            <a:off x="5348472" y="2140710"/>
            <a:ext cx="6305756" cy="4264572"/>
          </a:xfrm>
          <a:prstGeom prst="rect">
            <a:avLst/>
          </a:prstGeom>
        </p:spPr>
      </p:pic>
    </p:spTree>
    <p:extLst>
      <p:ext uri="{BB962C8B-B14F-4D97-AF65-F5344CB8AC3E}">
        <p14:creationId xmlns:p14="http://schemas.microsoft.com/office/powerpoint/2010/main" val="307347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08DD-0B88-8DA5-22A3-A6824F5FA782}"/>
              </a:ext>
            </a:extLst>
          </p:cNvPr>
          <p:cNvSpPr>
            <a:spLocks noGrp="1"/>
          </p:cNvSpPr>
          <p:nvPr>
            <p:ph type="title"/>
          </p:nvPr>
        </p:nvSpPr>
        <p:spPr/>
        <p:txBody>
          <a:bodyPr/>
          <a:lstStyle/>
          <a:p>
            <a:r>
              <a:rPr lang="en-GB" dirty="0"/>
              <a:t>Farmers </a:t>
            </a:r>
          </a:p>
        </p:txBody>
      </p:sp>
      <p:sp>
        <p:nvSpPr>
          <p:cNvPr id="3" name="Content Placeholder 2">
            <a:extLst>
              <a:ext uri="{FF2B5EF4-FFF2-40B4-BE49-F238E27FC236}">
                <a16:creationId xmlns:a16="http://schemas.microsoft.com/office/drawing/2014/main" id="{7F372D36-23CA-A873-D0AD-A2006F805D43}"/>
              </a:ext>
            </a:extLst>
          </p:cNvPr>
          <p:cNvSpPr>
            <a:spLocks noGrp="1"/>
          </p:cNvSpPr>
          <p:nvPr>
            <p:ph idx="1"/>
          </p:nvPr>
        </p:nvSpPr>
        <p:spPr>
          <a:xfrm>
            <a:off x="646112" y="1853248"/>
            <a:ext cx="3350448" cy="4195481"/>
          </a:xfrm>
        </p:spPr>
        <p:txBody>
          <a:bodyPr/>
          <a:lstStyle/>
          <a:p>
            <a:r>
              <a:rPr lang="en-GB" dirty="0"/>
              <a:t>The farmers onboarding and sell your harvest work in the same way as they both take you to the farmers login page </a:t>
            </a:r>
          </a:p>
        </p:txBody>
      </p:sp>
      <p:pic>
        <p:nvPicPr>
          <p:cNvPr id="5" name="Picture 4">
            <a:extLst>
              <a:ext uri="{FF2B5EF4-FFF2-40B4-BE49-F238E27FC236}">
                <a16:creationId xmlns:a16="http://schemas.microsoft.com/office/drawing/2014/main" id="{54CA702E-12A6-A202-A7FE-CB90D8D771B8}"/>
              </a:ext>
            </a:extLst>
          </p:cNvPr>
          <p:cNvPicPr>
            <a:picLocks noChangeAspect="1"/>
          </p:cNvPicPr>
          <p:nvPr/>
        </p:nvPicPr>
        <p:blipFill>
          <a:blip r:embed="rId2"/>
          <a:stretch>
            <a:fillRect/>
          </a:stretch>
        </p:blipFill>
        <p:spPr>
          <a:xfrm>
            <a:off x="5128760" y="94593"/>
            <a:ext cx="6417128" cy="6558455"/>
          </a:xfrm>
          <a:prstGeom prst="rect">
            <a:avLst/>
          </a:prstGeom>
        </p:spPr>
      </p:pic>
    </p:spTree>
    <p:extLst>
      <p:ext uri="{BB962C8B-B14F-4D97-AF65-F5344CB8AC3E}">
        <p14:creationId xmlns:p14="http://schemas.microsoft.com/office/powerpoint/2010/main" val="1673570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4A1FE-6F46-8EB1-0EF2-C3C2E28D413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9A91F47-7AF0-410B-F808-9DA218CA2E3B}"/>
              </a:ext>
            </a:extLst>
          </p:cNvPr>
          <p:cNvSpPr>
            <a:spLocks noGrp="1"/>
          </p:cNvSpPr>
          <p:nvPr>
            <p:ph idx="1"/>
          </p:nvPr>
        </p:nvSpPr>
        <p:spPr/>
        <p:txBody>
          <a:bodyPr/>
          <a:lstStyle/>
          <a:p>
            <a:r>
              <a:rPr lang="en-GB" dirty="0"/>
              <a:t>Once all the information has been filled in and all the required information is in the user is then taken to the farmer portal page </a:t>
            </a:r>
          </a:p>
        </p:txBody>
      </p:sp>
      <p:pic>
        <p:nvPicPr>
          <p:cNvPr id="5" name="Picture 4">
            <a:extLst>
              <a:ext uri="{FF2B5EF4-FFF2-40B4-BE49-F238E27FC236}">
                <a16:creationId xmlns:a16="http://schemas.microsoft.com/office/drawing/2014/main" id="{F203D40B-4B08-1437-7E75-CB0C05151F0D}"/>
              </a:ext>
            </a:extLst>
          </p:cNvPr>
          <p:cNvPicPr>
            <a:picLocks noChangeAspect="1"/>
          </p:cNvPicPr>
          <p:nvPr/>
        </p:nvPicPr>
        <p:blipFill>
          <a:blip r:embed="rId2"/>
          <a:stretch>
            <a:fillRect/>
          </a:stretch>
        </p:blipFill>
        <p:spPr>
          <a:xfrm>
            <a:off x="709447" y="2798380"/>
            <a:ext cx="10658763" cy="3838903"/>
          </a:xfrm>
          <a:prstGeom prst="rect">
            <a:avLst/>
          </a:prstGeom>
        </p:spPr>
      </p:pic>
    </p:spTree>
    <p:extLst>
      <p:ext uri="{BB962C8B-B14F-4D97-AF65-F5344CB8AC3E}">
        <p14:creationId xmlns:p14="http://schemas.microsoft.com/office/powerpoint/2010/main" val="2553066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5AE78-F263-5C41-2FCE-C68295805EF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9552C33-E082-0871-2E86-DC6AA2F4639E}"/>
              </a:ext>
            </a:extLst>
          </p:cNvPr>
          <p:cNvSpPr>
            <a:spLocks noGrp="1"/>
          </p:cNvSpPr>
          <p:nvPr>
            <p:ph idx="1"/>
          </p:nvPr>
        </p:nvSpPr>
        <p:spPr>
          <a:xfrm>
            <a:off x="945657" y="2092332"/>
            <a:ext cx="8946541" cy="4195481"/>
          </a:xfrm>
        </p:spPr>
        <p:txBody>
          <a:bodyPr/>
          <a:lstStyle/>
          <a:p>
            <a:r>
              <a:rPr lang="en-GB" dirty="0"/>
              <a:t>On this page the farmers can –</a:t>
            </a:r>
          </a:p>
          <a:p>
            <a:pPr lvl="2"/>
            <a:r>
              <a:rPr lang="en-GB" dirty="0"/>
              <a:t>Update their live store front </a:t>
            </a:r>
          </a:p>
          <a:p>
            <a:pPr lvl="2"/>
            <a:r>
              <a:rPr lang="en-GB" dirty="0"/>
              <a:t>Contact GLH</a:t>
            </a:r>
          </a:p>
          <a:p>
            <a:pPr lvl="2"/>
            <a:r>
              <a:rPr lang="en-GB" dirty="0"/>
              <a:t>--these TWO are still under development</a:t>
            </a:r>
          </a:p>
          <a:p>
            <a:pPr lvl="2"/>
            <a:r>
              <a:rPr lang="en-GB" dirty="0"/>
              <a:t>Order fulfilment </a:t>
            </a:r>
          </a:p>
          <a:p>
            <a:pPr lvl="2"/>
            <a:r>
              <a:rPr lang="en-GB" dirty="0"/>
              <a:t>Move products to the GLH facilities </a:t>
            </a:r>
          </a:p>
        </p:txBody>
      </p:sp>
    </p:spTree>
    <p:extLst>
      <p:ext uri="{BB962C8B-B14F-4D97-AF65-F5344CB8AC3E}">
        <p14:creationId xmlns:p14="http://schemas.microsoft.com/office/powerpoint/2010/main" val="318836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4B467-E885-7EDD-DFCB-20027C921750}"/>
              </a:ext>
            </a:extLst>
          </p:cNvPr>
          <p:cNvSpPr>
            <a:spLocks noGrp="1"/>
          </p:cNvSpPr>
          <p:nvPr>
            <p:ph type="title"/>
          </p:nvPr>
        </p:nvSpPr>
        <p:spPr>
          <a:xfrm>
            <a:off x="653993" y="618256"/>
            <a:ext cx="9404723" cy="1400530"/>
          </a:xfrm>
        </p:spPr>
        <p:txBody>
          <a:bodyPr/>
          <a:lstStyle/>
          <a:p>
            <a:r>
              <a:rPr lang="en-GB" dirty="0"/>
              <a:t>STOCK MANAGEMENT </a:t>
            </a:r>
          </a:p>
        </p:txBody>
      </p:sp>
      <p:pic>
        <p:nvPicPr>
          <p:cNvPr id="5" name="Content Placeholder 4">
            <a:extLst>
              <a:ext uri="{FF2B5EF4-FFF2-40B4-BE49-F238E27FC236}">
                <a16:creationId xmlns:a16="http://schemas.microsoft.com/office/drawing/2014/main" id="{0C45E0B8-3FCC-EE35-4333-C4D4119C4B1F}"/>
              </a:ext>
            </a:extLst>
          </p:cNvPr>
          <p:cNvPicPr>
            <a:picLocks noGrp="1" noChangeAspect="1"/>
          </p:cNvPicPr>
          <p:nvPr>
            <p:ph idx="1"/>
          </p:nvPr>
        </p:nvPicPr>
        <p:blipFill>
          <a:blip r:embed="rId2"/>
          <a:stretch>
            <a:fillRect/>
          </a:stretch>
        </p:blipFill>
        <p:spPr>
          <a:xfrm>
            <a:off x="2025596" y="2505723"/>
            <a:ext cx="7228763" cy="2942750"/>
          </a:xfrm>
          <a:prstGeom prst="rect">
            <a:avLst/>
          </a:prstGeom>
        </p:spPr>
      </p:pic>
    </p:spTree>
    <p:extLst>
      <p:ext uri="{BB962C8B-B14F-4D97-AF65-F5344CB8AC3E}">
        <p14:creationId xmlns:p14="http://schemas.microsoft.com/office/powerpoint/2010/main" val="283619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5A93-2D0D-638B-CD97-298A1E40EC86}"/>
              </a:ext>
            </a:extLst>
          </p:cNvPr>
          <p:cNvSpPr>
            <a:spLocks noGrp="1"/>
          </p:cNvSpPr>
          <p:nvPr>
            <p:ph type="title"/>
          </p:nvPr>
        </p:nvSpPr>
        <p:spPr/>
        <p:txBody>
          <a:bodyPr/>
          <a:lstStyle/>
          <a:p>
            <a:r>
              <a:rPr lang="en-GB" dirty="0"/>
              <a:t>CONATCT GLH</a:t>
            </a:r>
          </a:p>
        </p:txBody>
      </p:sp>
      <p:pic>
        <p:nvPicPr>
          <p:cNvPr id="7" name="Content Placeholder 6">
            <a:extLst>
              <a:ext uri="{FF2B5EF4-FFF2-40B4-BE49-F238E27FC236}">
                <a16:creationId xmlns:a16="http://schemas.microsoft.com/office/drawing/2014/main" id="{42295A4C-72DA-1C4D-6EE8-D10E1D1FB276}"/>
              </a:ext>
            </a:extLst>
          </p:cNvPr>
          <p:cNvPicPr>
            <a:picLocks noGrp="1" noChangeAspect="1"/>
          </p:cNvPicPr>
          <p:nvPr>
            <p:ph idx="1"/>
          </p:nvPr>
        </p:nvPicPr>
        <p:blipFill>
          <a:blip r:embed="rId2"/>
          <a:stretch>
            <a:fillRect/>
          </a:stretch>
        </p:blipFill>
        <p:spPr>
          <a:xfrm>
            <a:off x="3308980" y="2076286"/>
            <a:ext cx="4520052" cy="4195762"/>
          </a:xfrm>
          <a:prstGeom prst="rect">
            <a:avLst/>
          </a:prstGeom>
        </p:spPr>
      </p:pic>
    </p:spTree>
    <p:extLst>
      <p:ext uri="{BB962C8B-B14F-4D97-AF65-F5344CB8AC3E}">
        <p14:creationId xmlns:p14="http://schemas.microsoft.com/office/powerpoint/2010/main" val="1276885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A25-6261-141D-B00B-1C9CEDFD514C}"/>
              </a:ext>
            </a:extLst>
          </p:cNvPr>
          <p:cNvSpPr>
            <a:spLocks noGrp="1"/>
          </p:cNvSpPr>
          <p:nvPr>
            <p:ph type="title"/>
          </p:nvPr>
        </p:nvSpPr>
        <p:spPr/>
        <p:txBody>
          <a:bodyPr/>
          <a:lstStyle/>
          <a:p>
            <a:r>
              <a:rPr lang="en-GB" dirty="0"/>
              <a:t>ADMIN PORTAL </a:t>
            </a:r>
          </a:p>
        </p:txBody>
      </p:sp>
      <p:sp>
        <p:nvSpPr>
          <p:cNvPr id="3" name="Content Placeholder 2">
            <a:extLst>
              <a:ext uri="{FF2B5EF4-FFF2-40B4-BE49-F238E27FC236}">
                <a16:creationId xmlns:a16="http://schemas.microsoft.com/office/drawing/2014/main" id="{9746BD7D-E325-F403-CD85-10F2EB547C48}"/>
              </a:ext>
            </a:extLst>
          </p:cNvPr>
          <p:cNvSpPr>
            <a:spLocks noGrp="1"/>
          </p:cNvSpPr>
          <p:nvPr>
            <p:ph idx="1"/>
          </p:nvPr>
        </p:nvSpPr>
        <p:spPr>
          <a:xfrm>
            <a:off x="1103313" y="2052918"/>
            <a:ext cx="3555398" cy="4195481"/>
          </a:xfrm>
        </p:spPr>
        <p:txBody>
          <a:bodyPr/>
          <a:lstStyle/>
          <a:p>
            <a:r>
              <a:rPr lang="en-GB" dirty="0"/>
              <a:t>This page can be accessed via the regular log in if you have an admin account </a:t>
            </a:r>
          </a:p>
          <a:p>
            <a:r>
              <a:rPr lang="en-GB" dirty="0"/>
              <a:t>But if not they need a secret key to access the page </a:t>
            </a:r>
          </a:p>
        </p:txBody>
      </p:sp>
      <p:pic>
        <p:nvPicPr>
          <p:cNvPr id="5" name="Picture 4">
            <a:extLst>
              <a:ext uri="{FF2B5EF4-FFF2-40B4-BE49-F238E27FC236}">
                <a16:creationId xmlns:a16="http://schemas.microsoft.com/office/drawing/2014/main" id="{410B2DAE-17EE-83E6-6F35-BAD7D7320A8F}"/>
              </a:ext>
            </a:extLst>
          </p:cNvPr>
          <p:cNvPicPr>
            <a:picLocks noChangeAspect="1"/>
          </p:cNvPicPr>
          <p:nvPr/>
        </p:nvPicPr>
        <p:blipFill>
          <a:blip r:embed="rId2"/>
          <a:stretch>
            <a:fillRect/>
          </a:stretch>
        </p:blipFill>
        <p:spPr>
          <a:xfrm>
            <a:off x="4658711" y="3019097"/>
            <a:ext cx="7113070" cy="3229302"/>
          </a:xfrm>
          <a:prstGeom prst="rect">
            <a:avLst/>
          </a:prstGeom>
        </p:spPr>
      </p:pic>
    </p:spTree>
    <p:extLst>
      <p:ext uri="{BB962C8B-B14F-4D97-AF65-F5344CB8AC3E}">
        <p14:creationId xmlns:p14="http://schemas.microsoft.com/office/powerpoint/2010/main" val="2955808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6BEE0-190C-418E-BF25-03BF0E9642C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AC0866A-BD79-BB58-78E0-7338B8A649CB}"/>
              </a:ext>
            </a:extLst>
          </p:cNvPr>
          <p:cNvSpPr>
            <a:spLocks noGrp="1"/>
          </p:cNvSpPr>
          <p:nvPr>
            <p:ph idx="1"/>
          </p:nvPr>
        </p:nvSpPr>
        <p:spPr/>
        <p:txBody>
          <a:bodyPr/>
          <a:lstStyle/>
          <a:p>
            <a:r>
              <a:rPr lang="en-GB" dirty="0"/>
              <a:t>This page is till under development as much of the focus was put in the clients needs this is just something extra that can be removed  if needed </a:t>
            </a:r>
          </a:p>
        </p:txBody>
      </p:sp>
    </p:spTree>
    <p:extLst>
      <p:ext uri="{BB962C8B-B14F-4D97-AF65-F5344CB8AC3E}">
        <p14:creationId xmlns:p14="http://schemas.microsoft.com/office/powerpoint/2010/main" val="3791387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32</TotalTime>
  <Words>430</Words>
  <Application>Microsoft Office PowerPoint</Application>
  <PresentationFormat>Widescreen</PresentationFormat>
  <Paragraphs>33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Century Gothic</vt:lpstr>
      <vt:lpstr>Wingdings 3</vt:lpstr>
      <vt:lpstr>Ion</vt:lpstr>
      <vt:lpstr>Prototype’s functionalities</vt:lpstr>
      <vt:lpstr>PowerPoint Presentation</vt:lpstr>
      <vt:lpstr>The home page</vt:lpstr>
      <vt:lpstr>PowerPoint Presentation</vt:lpstr>
      <vt:lpstr>PowerPoint Presentation</vt:lpstr>
      <vt:lpstr>PowerPoint Presentation</vt:lpstr>
      <vt:lpstr>PowerPoint Presentation</vt:lpstr>
      <vt:lpstr>PowerPoint Presentation</vt:lpstr>
      <vt:lpstr>PowerPoint Presentation</vt:lpstr>
      <vt:lpstr>Farmers </vt:lpstr>
      <vt:lpstr>PowerPoint Presentation</vt:lpstr>
      <vt:lpstr>PowerPoint Presentation</vt:lpstr>
      <vt:lpstr>STOCK MANAGEMENT </vt:lpstr>
      <vt:lpstr>CONATCT GLH</vt:lpstr>
      <vt:lpstr>ADMIN PORTAL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OSPDD.LL-000020118.3</dc:creator>
  <cp:lastModifiedBy>OSPDD.LL-000020118.3</cp:lastModifiedBy>
  <cp:revision>1</cp:revision>
  <dcterms:created xsi:type="dcterms:W3CDTF">2026-05-05T14:04:19Z</dcterms:created>
  <dcterms:modified xsi:type="dcterms:W3CDTF">2026-05-05T14:36:40Z</dcterms:modified>
</cp:coreProperties>
</file>